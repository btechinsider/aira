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2" Type="http://schemas.openxmlformats.org/officeDocument/2006/relationships/viewProps" Target="viewProps.xml" /><Relationship Id="rId2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openxmlformats.org/officeDocument/2006/relationships/tableStyles" Target="tableStyles.xml" /><Relationship Id="rId2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AIRA - Autonomous Incident Response Agent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10-Slide Presentation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Title Slide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AIRA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Autonomous Incident Response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AI-Powered Incident Response Automation</a:t>
            </a:r>
          </a:p>
          <a:p>
            <a:pPr lvl="0" indent="0" marL="0">
              <a:buNone/>
            </a:pPr>
            <a:r>
              <a:rPr/>
              <a:t>Using Groq’s Llama 3.3 70B | LangGraph | MCP</a:t>
            </a:r>
          </a:p>
          <a:p>
            <a:pPr lvl="0" indent="0" marL="0">
              <a:buNone/>
            </a:pPr>
            <a:r>
              <a:rPr/>
              <a:t>Version 1.0.0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Current Incident Response Challenges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Manual Triage</a:t>
            </a:r>
            <a:r>
              <a:rPr/>
              <a:t> - Engineers spend hours classifying incidents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Slow Response</a:t>
            </a:r>
            <a:r>
              <a:rPr/>
              <a:t> - Average time to resolution: 2-4 hours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Human Error</a:t>
            </a:r>
            <a:r>
              <a:rPr/>
              <a:t> - Misdiagnosis leads to incorrect fixes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24/7 Coverage</a:t>
            </a:r>
            <a:r>
              <a:rPr/>
              <a:t> - Requires on-call rotation and burnout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Knowledge Loss</a:t>
            </a:r>
            <a:r>
              <a:rPr/>
              <a:t> - Past incident learnings not leveraged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Cost</a:t>
            </a:r>
          </a:p>
          <a:p>
            <a:pPr lvl="0"/>
            <a:r>
              <a:rPr b="1"/>
              <a:t>$5,600/hour</a:t>
            </a:r>
            <a:r>
              <a:rPr/>
              <a:t> average downtime cost</a:t>
            </a:r>
          </a:p>
          <a:p>
            <a:pPr lvl="0"/>
            <a:r>
              <a:rPr b="1"/>
              <a:t>60%</a:t>
            </a:r>
            <a:r>
              <a:rPr/>
              <a:t> of engineer time spent on repetitive issues</a:t>
            </a:r>
          </a:p>
          <a:p>
            <a:pPr lvl="0"/>
            <a:r>
              <a:rPr b="1"/>
              <a:t>3x longer</a:t>
            </a:r>
            <a:r>
              <a:rPr/>
              <a:t> resolution without historical context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The Solution - AIRA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Autonomous AI Agent for Incident Response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Instant Triage</a:t>
            </a:r>
            <a:r>
              <a:rPr/>
              <a:t> - Classify severity (P0-P3) in &lt;5 seconds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Smart Diagnosis</a:t>
            </a:r>
            <a:r>
              <a:rPr/>
              <a:t> - Analyze code context and historical data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Auto Remediation</a:t>
            </a:r>
            <a:r>
              <a:rPr/>
              <a:t> - Generate patches with confidence scoring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Intelligent Routing</a:t>
            </a:r>
            <a:r>
              <a:rPr/>
              <a:t> - Auto-PR for high confidence, human approval for low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Continuous Learning</a:t>
            </a:r>
            <a:r>
              <a:rPr/>
              <a:t> - Learn from every incident resolution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Innovation</a:t>
            </a:r>
          </a:p>
          <a:p>
            <a:pPr lvl="0" indent="0" marL="0">
              <a:buNone/>
            </a:pPr>
            <a:r>
              <a:rPr b="1"/>
              <a:t>Confidence-based automation</a:t>
            </a:r>
            <a:r>
              <a:rPr/>
              <a:t> - Only automates when AI is &gt;85% confident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┌─────────────────┐
│   Log Sources   │ (Datadog, Prometheus)
└────────┬────────┘
         │ HTTP Webhook
         ▼
┌─────────────────────────────────────┐
│      AIRA Backend (FastAPI)         │
│  ┌──────────────────────────────┐  │
│  │   LangGraph Agent Workflow   │  │
│  │  Triage → Diagnosis → Fix    │  │
│  │  → Confidence → Action       │  │
│  └──────────────────────────────┘  │
│         │              │            │
│    Groq LLM      MCP Servers        │
│  (Llama 3.3)                        │
└─────────┬──────────────┬────────────┘
          │              │
     ┌────▼────┐    ┌───▼────┐
     │  Redis  │    │ GitHub │
     │ (Cache) │    │  Ops   │
     └─────────┘    └────────┘</a:t>
            </a:r>
          </a:p>
          <a:p>
            <a:pPr lvl="0" indent="0" marL="0">
              <a:buNone/>
            </a:pPr>
            <a:r>
              <a:rPr b="1"/>
              <a:t>Tech Stack:</a:t>
            </a:r>
            <a:r>
              <a:rPr/>
              <a:t> FastAPI • React • LangGraph • Groq • MCP • Docker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Agent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5-Phase Autonomous Process</a:t>
            </a:r>
          </a:p>
          <a:p>
            <a:pPr lvl="0" indent="0" marL="0">
              <a:buNone/>
            </a:pPr>
            <a:r>
              <a:rPr b="1"/>
              <a:t>1. Triage Phase</a:t>
            </a:r>
            <a:r>
              <a:rPr/>
              <a:t> (5s) - Classify severity: P0 (Critical) → P3 (Low) - Extract error signature - P0 → Immediate alert, end workflow</a:t>
            </a:r>
          </a:p>
          <a:p>
            <a:pPr lvl="0" indent="0" marL="0">
              <a:buNone/>
            </a:pPr>
            <a:r>
              <a:rPr b="1"/>
              <a:t>2. Diagnosis Phase</a:t>
            </a:r>
            <a:r>
              <a:rPr/>
              <a:t> (10s) - Fetch affected code from GitHub - Find similar past incidents - Identify root cause</a:t>
            </a:r>
          </a:p>
          <a:p>
            <a:pPr lvl="0" indent="0" marL="0">
              <a:buNone/>
            </a:pPr>
            <a:r>
              <a:rPr b="1"/>
              <a:t>3. Fix Generation</a:t>
            </a:r>
            <a:r>
              <a:rPr/>
              <a:t> (8s) - Generate git-style patch - Create unit test - Validate syntax</a:t>
            </a:r>
          </a:p>
          <a:p>
            <a:pPr lvl="0" indent="0" marL="0">
              <a:buNone/>
            </a:pPr>
            <a:r>
              <a:rPr b="1"/>
              <a:t>4. Confidence Scoring</a:t>
            </a:r>
            <a:r>
              <a:rPr/>
              <a:t> (2s) - LLM confidence: 0-100% - Pattern matching score - Historical success rate - </a:t>
            </a:r>
            <a:r>
              <a:rPr b="1"/>
              <a:t>Composite score: 0-1</a:t>
            </a:r>
          </a:p>
          <a:p>
            <a:pPr lvl="0" indent="0" marL="0">
              <a:buNone/>
            </a:pPr>
            <a:r>
              <a:rPr b="1"/>
              <a:t>5. Action Router</a:t>
            </a:r>
            <a:r>
              <a:rPr/>
              <a:t> - Score &gt;0.85 → Auto-create GitHub PR - Score &lt;0.85 → Request human approval via Slack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🎯 Smart Automation</a:t>
            </a:r>
          </a:p>
          <a:p>
            <a:pPr lvl="0" indent="0" marL="0">
              <a:buNone/>
            </a:pPr>
            <a:r>
              <a:rPr b="1"/>
              <a:t>Confidence-Based Actions</a:t>
            </a:r>
            <a:r>
              <a:rPr/>
              <a:t> - High confidence (&gt;85%) → Automatic PR - Low confidence → Human approval - P0 incidents → Always alert humans</a:t>
            </a:r>
          </a:p>
          <a:p>
            <a:pPr lvl="0" indent="0" marL="0">
              <a:buNone/>
            </a:pPr>
            <a:r>
              <a:rPr b="1"/>
              <a:t>Security Controls</a:t>
            </a:r>
            <a:r>
              <a:rPr/>
              <a:t> - Blocked paths (auth.py, secrets.yml) - Full audit trail in SQLite - No automation on critical files</a:t>
            </a:r>
          </a:p>
          <a:p>
            <a:pPr lvl="0" indent="0" marL="0">
              <a:buNone/>
            </a:pPr>
            <a:r>
              <a:rPr b="1"/>
              <a:t>Learning System</a:t>
            </a:r>
            <a:r>
              <a:rPr/>
              <a:t> - Redis-based incident similarity search - Historical success rate tracking - Pattern recognition improvement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📊 Real-Time Dashboard</a:t>
            </a:r>
          </a:p>
          <a:p>
            <a:pPr lvl="0"/>
            <a:r>
              <a:rPr/>
              <a:t>WebSocket-powered React frontend</a:t>
            </a:r>
          </a:p>
          <a:p>
            <a:pPr lvl="0"/>
            <a:r>
              <a:rPr/>
              <a:t>Live incident feed</a:t>
            </a:r>
          </a:p>
          <a:p>
            <a:pPr lvl="0"/>
            <a:r>
              <a:rPr/>
              <a:t>Agent decision transparency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7: Performance Metrics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Speed &amp; Accuracy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Performance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Triage 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 5 seconds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Full Diagnosis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 15 seconds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 Creation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 10 seconds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Total Resolution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 30 seconds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Severity Accuracy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&gt; 95%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Cache Hit 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60-70%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Business Impact</a:t>
            </a:r>
          </a:p>
          <a:p>
            <a:pPr lvl="0" indent="0" marL="0">
              <a:buNone/>
            </a:pPr>
            <a:r>
              <a:rPr/>
              <a:t>📈 </a:t>
            </a:r>
            <a:r>
              <a:rPr b="1"/>
              <a:t>80% faster</a:t>
            </a:r>
            <a:r>
              <a:rPr/>
              <a:t> incident resolution</a:t>
            </a:r>
          </a:p>
          <a:p>
            <a:pPr lvl="0" indent="0" marL="0">
              <a:buNone/>
            </a:pPr>
            <a:r>
              <a:rPr/>
              <a:t>💰 </a:t>
            </a:r>
            <a:r>
              <a:rPr b="1"/>
              <a:t>$4,000/hour</a:t>
            </a:r>
            <a:r>
              <a:rPr/>
              <a:t> saved in downtime costs</a:t>
            </a:r>
          </a:p>
          <a:p>
            <a:pPr lvl="0" indent="0" marL="0">
              <a:buNone/>
            </a:pPr>
            <a:r>
              <a:rPr/>
              <a:t>👥 </a:t>
            </a:r>
            <a:r>
              <a:rPr b="1"/>
              <a:t>60% reduction</a:t>
            </a:r>
            <a:r>
              <a:rPr/>
              <a:t> in on-call burden</a:t>
            </a:r>
          </a:p>
          <a:p>
            <a:pPr lvl="0" indent="0" marL="0">
              <a:buNone/>
            </a:pPr>
            <a:r>
              <a:rPr/>
              <a:t>🎯 </a:t>
            </a:r>
            <a:r>
              <a:rPr b="1"/>
              <a:t>95% accuracy</a:t>
            </a:r>
            <a:r>
              <a:rPr/>
              <a:t> in severity classification</a:t>
            </a:r>
          </a:p>
          <a:p>
            <a:pPr lvl="0" indent="0" marL="0">
              <a:buNone/>
            </a:pPr>
            <a:r>
              <a:rPr/>
              <a:t>🔄 </a:t>
            </a:r>
            <a:r>
              <a:rPr b="1"/>
              <a:t>70% automation</a:t>
            </a:r>
            <a:r>
              <a:rPr/>
              <a:t> rate for P2/P3 incidents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8: Integration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Easy Integration</a:t>
            </a:r>
          </a:p>
          <a:p>
            <a:pPr lvl="0" indent="0" marL="0">
              <a:buNone/>
            </a:pPr>
            <a:r>
              <a:rPr b="1"/>
              <a:t>Monitoring Tools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Datadog Webhook</a:t>
            </a:r>
            <a:br/>
            <a:r>
              <a:rPr>
                <a:latin typeface="Courier"/>
              </a:rPr>
              <a:t>POST https://your-aira.com/webhook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Prometheus Alertmanager</a:t>
            </a:r>
            <a:br/>
            <a:r>
              <a:rPr>
                <a:latin typeface="Courier"/>
              </a:rPr>
              <a:t>receivers:</a:t>
            </a:r>
            <a:br/>
            <a:r>
              <a:rPr>
                <a:latin typeface="Courier"/>
              </a:rPr>
              <a:t>  - name: </a:t>
            </a:r>
            <a:r>
              <a:rPr>
                <a:solidFill>
                  <a:srgbClr val="4070A0"/>
                </a:solidFill>
                <a:latin typeface="Courier"/>
              </a:rPr>
              <a:t>'aira'</a:t>
            </a:r>
            <a:br/>
            <a:r>
              <a:rPr>
                <a:latin typeface="Courier"/>
              </a:rPr>
              <a:t>    webhook_configs:</a:t>
            </a:r>
            <a:br/>
            <a:r>
              <a:rPr>
                <a:latin typeface="Courier"/>
              </a:rPr>
              <a:t>      - url: </a:t>
            </a:r>
            <a:r>
              <a:rPr>
                <a:solidFill>
                  <a:srgbClr val="4070A0"/>
                </a:solidFill>
                <a:latin typeface="Courier"/>
              </a:rPr>
              <a:t>'https://your-aira.com/webhook'</a:t>
            </a:r>
          </a:p>
          <a:p>
            <a:pPr lvl="0" indent="0" marL="0">
              <a:buNone/>
            </a:pPr>
            <a:r>
              <a:rPr b="1"/>
              <a:t>One-Command Deployment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clone https://github.com/username/aira.git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aira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cp</a:t>
            </a:r>
            <a:r>
              <a:rPr>
                <a:latin typeface="Courier"/>
              </a:rPr>
              <a:t> .env.example .env  </a:t>
            </a:r>
            <a:r>
              <a:rPr i="1">
                <a:solidFill>
                  <a:srgbClr val="60A0B0"/>
                </a:solidFill>
                <a:latin typeface="Courier"/>
              </a:rPr>
              <a:t># Add your API keys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make</a:t>
            </a:r>
            <a:r>
              <a:rPr>
                <a:latin typeface="Courier"/>
              </a:rPr>
              <a:t> build </a:t>
            </a:r>
            <a:r>
              <a:rPr b="1">
                <a:solidFill>
                  <a:srgbClr val="007020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make</a:t>
            </a:r>
            <a:r>
              <a:rPr>
                <a:latin typeface="Courier"/>
              </a:rPr>
              <a:t> up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Cloud-Ready</a:t>
            </a:r>
          </a:p>
          <a:p>
            <a:pPr lvl="0" indent="0" marL="0">
              <a:buNone/>
            </a:pPr>
            <a:r>
              <a:rPr/>
              <a:t>✅ Docker Compose orchestration ✅ AWS ECS / GCP Cloud Run / Azure ACI ✅ Kubernetes manifests included ✅ CI/CD with GitHub Actions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9: Security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Enterprise-Grade Security</a:t>
            </a:r>
          </a:p>
          <a:p>
            <a:pPr lvl="0" indent="0" marL="0">
              <a:buNone/>
            </a:pPr>
            <a:r>
              <a:rPr b="1"/>
              <a:t>🔒 Data Protection</a:t>
            </a:r>
            <a:r>
              <a:rPr/>
              <a:t> - Environment-based secrets management - No credentials in code - Encrypted API communications</a:t>
            </a:r>
          </a:p>
          <a:p>
            <a:pPr lvl="0" indent="0" marL="0">
              <a:buNone/>
            </a:pPr>
            <a:r>
              <a:rPr b="1"/>
              <a:t>🛡️ Safety Controls</a:t>
            </a:r>
            <a:r>
              <a:rPr/>
              <a:t> - Blocked paths for critical files - Human approval for low confidence - P0 escalation to humans always</a:t>
            </a:r>
          </a:p>
          <a:p>
            <a:pPr lvl="0" indent="0" marL="0">
              <a:buNone/>
            </a:pPr>
            <a:r>
              <a:rPr b="1"/>
              <a:t>📝 Audit &amp; Compliance</a:t>
            </a:r>
            <a:r>
              <a:rPr/>
              <a:t> - Complete decision trail in SQLite - All actions logged with timestamps - Rollback capability for all changes</a:t>
            </a:r>
          </a:p>
          <a:p>
            <a:pPr lvl="0" indent="0" marL="0">
              <a:buNone/>
            </a:pPr>
            <a:r>
              <a:rPr b="1"/>
              <a:t>🔐 Access Control</a:t>
            </a:r>
            <a:r>
              <a:rPr/>
              <a:t> - GitHub token with minimal scopes - MCP server authentication - Role-based access (future)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Compliance Ready</a:t>
            </a:r>
          </a:p>
          <a:p>
            <a:pPr lvl="0" indent="0" marL="0">
              <a:buNone/>
            </a:pPr>
            <a:r>
              <a:rPr/>
              <a:t>✓ SOC 2 compatible logging ✓ GDPR data handling ✓ Audit trail retention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10: Get Started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🚀 Quick Start (5 minutes)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1. Clone and setup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clone https://github.com/username/aira.git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aira </a:t>
            </a:r>
            <a:r>
              <a:rPr b="1">
                <a:solidFill>
                  <a:srgbClr val="007020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cp</a:t>
            </a:r>
            <a:r>
              <a:rPr>
                <a:latin typeface="Courier"/>
              </a:rPr>
              <a:t> .env.example .env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2. Add your API keys to .env</a:t>
            </a:r>
            <a:br/>
            <a:r>
              <a:rPr>
                <a:solidFill>
                  <a:srgbClr val="19177C"/>
                </a:solidFill>
                <a:latin typeface="Courier"/>
              </a:rPr>
              <a:t>GROQ_API_KEY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your_key</a:t>
            </a:r>
            <a:br/>
            <a:r>
              <a:rPr>
                <a:solidFill>
                  <a:srgbClr val="19177C"/>
                </a:solidFill>
                <a:latin typeface="Courier"/>
              </a:rPr>
              <a:t>GITHUB_TOKEN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your_token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3. Launch</a:t>
            </a:r>
            <a:br/>
            <a:r>
              <a:rPr>
                <a:solidFill>
                  <a:srgbClr val="06287E"/>
                </a:solidFill>
                <a:latin typeface="Courier"/>
              </a:rPr>
              <a:t>make</a:t>
            </a:r>
            <a:r>
              <a:rPr>
                <a:latin typeface="Courier"/>
              </a:rPr>
              <a:t> build </a:t>
            </a:r>
            <a:r>
              <a:rPr b="1">
                <a:solidFill>
                  <a:srgbClr val="007020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make</a:t>
            </a:r>
            <a:r>
              <a:rPr>
                <a:latin typeface="Courier"/>
              </a:rPr>
              <a:t> up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4. Test</a:t>
            </a:r>
            <a:br/>
            <a:r>
              <a:rPr>
                <a:solidFill>
                  <a:srgbClr val="06287E"/>
                </a:solidFill>
                <a:latin typeface="Courier"/>
              </a:rPr>
              <a:t>make</a:t>
            </a:r>
            <a:r>
              <a:rPr>
                <a:latin typeface="Courier"/>
              </a:rPr>
              <a:t> inject-bug</a:t>
            </a:r>
          </a:p>
          <a:p>
            <a:pPr lvl="0" indent="0" marL="0">
              <a:buNone/>
            </a:pPr>
            <a:r>
              <a:rPr b="1"/>
              <a:t>Dashboard:</a:t>
            </a:r>
            <a:r>
              <a:rPr/>
              <a:t> http://localhost:3000 </a:t>
            </a:r>
            <a:r>
              <a:rPr b="1"/>
              <a:t>API Docs:</a:t>
            </a:r>
            <a:r>
              <a:rPr/>
              <a:t> http://localhost:8000/docs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📅 Roadmap</a:t>
            </a:r>
          </a:p>
          <a:p>
            <a:pPr lvl="0" indent="0" marL="0">
              <a:buNone/>
            </a:pPr>
            <a:r>
              <a:rPr b="1"/>
              <a:t>Q2 2026</a:t>
            </a:r>
            <a:r>
              <a:rPr/>
              <a:t> - ✅ Core agent workflow - ✅ MCP server integration - ✅ Confidence scoring</a:t>
            </a:r>
          </a:p>
          <a:p>
            <a:pPr lvl="0" indent="0" marL="0">
              <a:buNone/>
            </a:pPr>
            <a:r>
              <a:rPr b="1"/>
              <a:t>Q3 2026</a:t>
            </a:r>
            <a:r>
              <a:rPr/>
              <a:t> - 🔄 Multi-language support (Java, Go, Rust) - 🔄 Slack bot integration - 🔄 Advanced ML models</a:t>
            </a:r>
          </a:p>
          <a:p>
            <a:pPr lvl="0" indent="0" marL="0">
              <a:buNone/>
            </a:pPr>
            <a:r>
              <a:rPr b="1"/>
              <a:t>Q4 2026</a:t>
            </a:r>
            <a:r>
              <a:rPr/>
              <a:t> - 📋 Jira integration - 📋 Custom workflow builder - 📋 Enterprise SSO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📞 Contact &amp; Resources</a:t>
            </a:r>
          </a:p>
          <a:p>
            <a:pPr lvl="0" indent="0" marL="0">
              <a:buNone/>
            </a:pPr>
            <a:r>
              <a:rPr b="1"/>
              <a:t>GitHub:</a:t>
            </a:r>
            <a:r>
              <a:rPr/>
              <a:t> github.com/username/aira </a:t>
            </a:r>
            <a:r>
              <a:rPr b="1"/>
              <a:t>Docs:</a:t>
            </a:r>
            <a:r>
              <a:rPr/>
              <a:t> aira-project.com/docs </a:t>
            </a:r>
            <a:r>
              <a:rPr b="1"/>
              <a:t>Email:</a:t>
            </a:r>
            <a:r>
              <a:rPr/>
              <a:t> support@aira-project.com</a:t>
            </a:r>
          </a:p>
          <a:p>
            <a:pPr lvl="0" indent="0" marL="0">
              <a:buNone/>
            </a:pPr>
            <a:r>
              <a:rPr b="1"/>
              <a:t>License:</a:t>
            </a:r>
            <a:r>
              <a:rPr/>
              <a:t> MIT | </a:t>
            </a:r>
            <a:r>
              <a:rPr b="1"/>
              <a:t>Status:</a:t>
            </a:r>
            <a:r>
              <a:rPr/>
              <a:t> Production Ready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Thank You!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Try AIRA Today</a:t>
            </a:r>
            <a:r>
              <a:rPr/>
              <a:t> github.com/username/aira</a:t>
            </a:r>
          </a:p>
          <a:p>
            <a:pPr lvl="0" indent="0" marL="0">
              <a:buNone/>
            </a:pPr>
            <a:r>
              <a:rPr i="1"/>
              <a:t>Autonomous Incident Response Agent</a:t>
            </a:r>
            <a:r>
              <a:rPr/>
              <a:t> </a:t>
            </a:r>
            <a:r>
              <a:rPr i="1"/>
              <a:t>Because incidents shouldn’t wait for humans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Appendix: Technical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System Requirements</a:t>
            </a:r>
          </a:p>
          <a:p>
            <a:pPr lvl="0"/>
            <a:r>
              <a:rPr/>
              <a:t>Docker &amp; Docker Compose v2.0+</a:t>
            </a:r>
          </a:p>
          <a:p>
            <a:pPr lvl="0"/>
            <a:r>
              <a:rPr/>
              <a:t>Groq API Key (free tier available)</a:t>
            </a:r>
          </a:p>
          <a:p>
            <a:pPr lvl="0"/>
            <a:r>
              <a:rPr/>
              <a:t>GitHub Personal Access Token</a:t>
            </a:r>
          </a:p>
          <a:p>
            <a:pPr lvl="0"/>
            <a:r>
              <a:rPr/>
              <a:t>4GB RAM minimum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Supported Platforms</a:t>
            </a:r>
          </a:p>
          <a:p>
            <a:pPr lvl="0"/>
            <a:r>
              <a:rPr/>
              <a:t>Linux (Ubuntu 20.04+)</a:t>
            </a:r>
          </a:p>
          <a:p>
            <a:pPr lvl="0"/>
            <a:r>
              <a:rPr/>
              <a:t>macOS (12.0+)</a:t>
            </a:r>
          </a:p>
          <a:p>
            <a:pPr lvl="0"/>
            <a:r>
              <a:rPr/>
              <a:t>Windows 10/11 with WSL2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API Endpoints</a:t>
            </a:r>
          </a:p>
          <a:p>
            <a:pPr lvl="0"/>
            <a:r>
              <a:rPr>
                <a:latin typeface="Courier"/>
              </a:rPr>
              <a:t>POST /webhook</a:t>
            </a:r>
            <a:r>
              <a:rPr/>
              <a:t> - Receive incidents</a:t>
            </a:r>
          </a:p>
          <a:p>
            <a:pPr lvl="0"/>
            <a:r>
              <a:rPr>
                <a:latin typeface="Courier"/>
              </a:rPr>
              <a:t>GET /health</a:t>
            </a:r>
            <a:r>
              <a:rPr/>
              <a:t> - Health check</a:t>
            </a:r>
          </a:p>
          <a:p>
            <a:pPr lvl="0"/>
            <a:r>
              <a:rPr>
                <a:latin typeface="Courier"/>
              </a:rPr>
              <a:t>GET /incidents</a:t>
            </a:r>
            <a:r>
              <a:rPr/>
              <a:t> - List incidents</a:t>
            </a:r>
          </a:p>
          <a:p>
            <a:pPr lvl="0"/>
            <a:r>
              <a:rPr>
                <a:latin typeface="Courier"/>
              </a:rPr>
              <a:t>WS /ws</a:t>
            </a:r>
            <a:r>
              <a:rPr/>
              <a:t> - WebSocket feed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MCP Servers</a:t>
            </a:r>
          </a:p>
          <a:p>
            <a:pPr lvl="0" indent="-342900" marL="342900">
              <a:buAutoNum type="arabicPeriod"/>
            </a:pPr>
            <a:r>
              <a:rPr b="1"/>
              <a:t>GitHub Operations</a:t>
            </a:r>
            <a:r>
              <a:rPr/>
              <a:t> - Code fetching, PR creation</a:t>
            </a:r>
          </a:p>
          <a:p>
            <a:pPr lvl="0" indent="-342900" marL="342900">
              <a:buAutoNum type="arabicPeriod"/>
            </a:pPr>
            <a:r>
              <a:rPr b="1"/>
              <a:t>Incident Context</a:t>
            </a:r>
            <a:r>
              <a:rPr/>
              <a:t> - Similarity search, learning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End of Presentation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2026-05-15T23:42:19Z</dcterms:created>
  <dcterms:modified xsi:type="dcterms:W3CDTF">2026-05-15T23:42:19Z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